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4" r:id="rId6"/>
    <p:sldId id="260" r:id="rId7"/>
    <p:sldId id="265" r:id="rId8"/>
    <p:sldId id="261" r:id="rId9"/>
    <p:sldId id="266" r:id="rId10"/>
    <p:sldId id="262" r:id="rId11"/>
    <p:sldId id="267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" d="100"/>
          <a:sy n="10" d="100"/>
        </p:scale>
        <p:origin x="6044" y="308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FA9E3-B1AF-45B0-B896-DBD6AED5C06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2B576-263D-4871-81BD-719DA65D7E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885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277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545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759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38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267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6446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620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144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3842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5834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65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2B576-263D-4871-81BD-719DA65D7E4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3705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BC831-9553-CC52-A74F-9E939F29E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6CA0302-ED9B-91CE-B145-7607A4ACB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C470F2-F947-4FB9-6C49-1FEB30B7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E6A095-5AF0-57F2-8DE4-96C976D9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FCF460-1786-3452-F704-A9966336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620D3-2A13-FA2B-A68C-F1EFF4E7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6B97E-6F16-65AC-FCEB-2FD27DD22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A89AD4-3817-71EA-8C9E-ECBED8A0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30F2FC-8ADC-6840-6A2F-202107EF9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4D6629-8B3E-6DA8-DBCF-65B61E2CC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7331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83228A-9651-AF7B-203E-9BE583877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874890-E6E3-CFE6-7700-BBBA6D553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842297-3989-8BD5-A940-F5D9A371B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F96396-1371-AC99-B65F-A2F5EB39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85A677-1F8C-7B79-AEAE-063CE1BA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75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563C5-E117-0DF1-F231-3472BEF0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1D0BD7-461A-B67D-8AD3-89F807AD2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FFFE25-480B-7CD1-8DAF-7D483C51D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884FC4-160C-6C49-6796-B4C04E463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2D11C0-4E31-C03B-F0FD-68FD9819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6295EB1-AE6B-A8D7-CBB5-644B68921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7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FFA3CD-D54F-28D7-6C14-BB8479FC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E0E5CB9-153C-7CF6-E98A-5862AFB45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BD14F61-B6B4-AB1E-B76E-A0A164BE6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12E2A75-2B19-7518-24A8-684EF729A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8F1E8F3-83B0-462C-58D6-C1E1E75CA8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08D4666-7715-88D5-C245-C8F504DE0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AC33145-5C97-BEC4-713A-E5C8F9DA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587C527-58BA-3F09-EAE0-AE2D90A7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98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59EB4-94F7-600B-C495-8D58DF446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9F0B53A-F13E-94D0-1C52-81AD2DB4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E21D6C-2492-27FB-DBBF-11517E7E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B4C391-F26C-3952-41CA-6BCE33E7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237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49DA9E2-ED5F-C4EC-1388-89E5B6F5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0A05BAE-0D5D-7E19-8BB4-82D21A259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B381BB-D64D-6EF1-B1AB-6D563F03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62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BEB6-D664-2FB6-14E5-FFA20B2B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6C8F17-0B51-E1F8-7BD4-AF844DF67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3F9700-EEE7-1C0B-AB7F-73B77C69E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F47F66-CC51-2EE4-F05D-7DFD07FB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5F5586-C10E-51C5-B17C-53408EE10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7937AC-A7B0-B3C3-4F92-FAD2F8B92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111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1AE3B-F193-94BF-3823-1CAFD0665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AB20F9D-2880-7FCA-5FC3-C838A6FEF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60A54E-B4AC-07FB-FFC7-F10F89D17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D19FE1-EBA4-7CB7-A8DD-BF55C983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C4F608-FA80-BE79-FA38-EC573F3D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486A383-1581-1BB6-FBF8-A368D63D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9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AC6983-6B33-5D35-E823-6CD36540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F762BD-1753-F8A8-3CE5-5A14D264E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790905-4B09-74D9-1C26-DC76D086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1DEE6C-64FB-7604-3535-2111E019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5FC680-DC3E-1A09-52E8-ABB45055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05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18977AD-66E0-951C-AAD8-6FE56AC5F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305EBB-0484-0C9C-CEE6-7C5BA630E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BCC5C0-B022-B093-5819-F409DEA7D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BD43EC-4D8B-4072-85E5-D1015C43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4621AD-550D-3289-B052-DC8B7621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40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DE1FF08-44FA-26C8-4A39-2C264013E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2654A0-7BBE-0315-2507-3C86E0D6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08FE24-165F-64AA-3897-EB59352C0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7B2D9-32B8-4AA4-8F5F-453BB7B3D984}" type="datetimeFigureOut">
              <a:rPr lang="zh-TW" altLang="en-US" smtClean="0"/>
              <a:t>2023/11/27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E724D0-9332-89B8-8102-3CF1262F7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358C12-0010-24FE-CD9D-9C79FF531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C9485-3CAD-40BB-B2CC-A2AC95A57B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90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形 4">
            <a:extLst>
              <a:ext uri="{FF2B5EF4-FFF2-40B4-BE49-F238E27FC236}">
                <a16:creationId xmlns:a16="http://schemas.microsoft.com/office/drawing/2014/main" id="{7ABFA760-2B50-7685-B00F-4C3666981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148667"/>
            <a:ext cx="12192000" cy="270933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0552D36-36A6-AD40-EA63-7E6CEF985132}"/>
              </a:ext>
            </a:extLst>
          </p:cNvPr>
          <p:cNvSpPr txBox="1"/>
          <p:nvPr/>
        </p:nvSpPr>
        <p:spPr>
          <a:xfrm>
            <a:off x="10290956" y="6457890"/>
            <a:ext cx="2066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Edit. </a:t>
            </a:r>
            <a:r>
              <a:rPr lang="zh-TW" altLang="en-US" sz="20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張育丞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A6DBFAC-1A25-5F9E-028D-5C4380039C57}"/>
              </a:ext>
            </a:extLst>
          </p:cNvPr>
          <p:cNvSpPr txBox="1"/>
          <p:nvPr/>
        </p:nvSpPr>
        <p:spPr>
          <a:xfrm>
            <a:off x="2345498" y="1469039"/>
            <a:ext cx="7501003" cy="295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66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虛擬實境技術</a:t>
            </a:r>
            <a:endParaRPr lang="en-US" altLang="zh-TW" sz="6600" b="1" dirty="0">
              <a:solidFill>
                <a:schemeClr val="accent4">
                  <a:lumMod val="40000"/>
                  <a:lumOff val="60000"/>
                </a:schemeClr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66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應用於開發板入門</a:t>
            </a:r>
          </a:p>
        </p:txBody>
      </p:sp>
    </p:spTree>
    <p:extLst>
      <p:ext uri="{BB962C8B-B14F-4D97-AF65-F5344CB8AC3E}">
        <p14:creationId xmlns:p14="http://schemas.microsoft.com/office/powerpoint/2010/main" val="355660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1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322" y="1886123"/>
            <a:ext cx="4345920" cy="3079492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168F12A-9127-D3C8-72B0-AFAC275692DA}"/>
              </a:ext>
            </a:extLst>
          </p:cNvPr>
          <p:cNvSpPr/>
          <p:nvPr/>
        </p:nvSpPr>
        <p:spPr>
          <a:xfrm>
            <a:off x="4806950" y="3070610"/>
            <a:ext cx="2781300" cy="7167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點此開始</a:t>
            </a: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9A4B8FDC-62E4-9AAB-1765-330E2C494849}"/>
              </a:ext>
            </a:extLst>
          </p:cNvPr>
          <p:cNvSpPr/>
          <p:nvPr/>
        </p:nvSpPr>
        <p:spPr>
          <a:xfrm>
            <a:off x="4638675" y="2922293"/>
            <a:ext cx="3117850" cy="1013413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91B02515-F1F1-C2A5-9D8D-016132C8B29F}"/>
              </a:ext>
            </a:extLst>
          </p:cNvPr>
          <p:cNvGrpSpPr/>
          <p:nvPr/>
        </p:nvGrpSpPr>
        <p:grpSpPr>
          <a:xfrm>
            <a:off x="5206864" y="2224406"/>
            <a:ext cx="178071" cy="697887"/>
            <a:chOff x="5206864" y="2224406"/>
            <a:chExt cx="178071" cy="697887"/>
          </a:xfrm>
        </p:grpSpPr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201EFDB6-3573-41B8-D187-E5B388E4E1D1}"/>
                </a:ext>
              </a:extLst>
            </p:cNvPr>
            <p:cNvCxnSpPr/>
            <p:nvPr/>
          </p:nvCxnSpPr>
          <p:spPr>
            <a:xfrm flipV="1">
              <a:off x="5295900" y="2387600"/>
              <a:ext cx="0" cy="53469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CA88DE94-E784-912B-A424-CB2E3630484A}"/>
                </a:ext>
              </a:extLst>
            </p:cNvPr>
            <p:cNvSpPr/>
            <p:nvPr/>
          </p:nvSpPr>
          <p:spPr>
            <a:xfrm>
              <a:off x="5206864" y="2224406"/>
              <a:ext cx="178071" cy="1780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C9CF4F26-36B6-3CE8-93C2-2B6246FE917D}"/>
              </a:ext>
            </a:extLst>
          </p:cNvPr>
          <p:cNvGrpSpPr/>
          <p:nvPr/>
        </p:nvGrpSpPr>
        <p:grpSpPr>
          <a:xfrm rot="10800000">
            <a:off x="6997564" y="3936622"/>
            <a:ext cx="178071" cy="697887"/>
            <a:chOff x="5206864" y="2224406"/>
            <a:chExt cx="178071" cy="697887"/>
          </a:xfrm>
        </p:grpSpPr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788D3F7-F05F-D9E8-7DFF-3C67BCAF9D98}"/>
                </a:ext>
              </a:extLst>
            </p:cNvPr>
            <p:cNvCxnSpPr/>
            <p:nvPr/>
          </p:nvCxnSpPr>
          <p:spPr>
            <a:xfrm flipV="1">
              <a:off x="5295900" y="2387600"/>
              <a:ext cx="0" cy="53469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C8AF0315-118A-1A53-8703-61BCF41AC1EB}"/>
                </a:ext>
              </a:extLst>
            </p:cNvPr>
            <p:cNvSpPr/>
            <p:nvPr/>
          </p:nvSpPr>
          <p:spPr>
            <a:xfrm>
              <a:off x="5206864" y="2224406"/>
              <a:ext cx="178071" cy="1780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8953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2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322" y="1886123"/>
            <a:ext cx="4345920" cy="3079492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168F12A-9127-D3C8-72B0-AFAC275692DA}"/>
              </a:ext>
            </a:extLst>
          </p:cNvPr>
          <p:cNvSpPr/>
          <p:nvPr/>
        </p:nvSpPr>
        <p:spPr>
          <a:xfrm>
            <a:off x="4695825" y="5294404"/>
            <a:ext cx="2781300" cy="71677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Arduino Uno</a:t>
            </a:r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9A4B8FDC-62E4-9AAB-1765-330E2C494849}"/>
              </a:ext>
            </a:extLst>
          </p:cNvPr>
          <p:cNvSpPr/>
          <p:nvPr/>
        </p:nvSpPr>
        <p:spPr>
          <a:xfrm>
            <a:off x="4527550" y="5146087"/>
            <a:ext cx="3117850" cy="1013413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05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3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88042256-4039-226E-306A-D685373B0AE5}"/>
              </a:ext>
            </a:extLst>
          </p:cNvPr>
          <p:cNvGrpSpPr/>
          <p:nvPr/>
        </p:nvGrpSpPr>
        <p:grpSpPr>
          <a:xfrm>
            <a:off x="6356557" y="1269457"/>
            <a:ext cx="400321" cy="400321"/>
            <a:chOff x="6210300" y="1307829"/>
            <a:chExt cx="2654571" cy="2654571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6F7B95-1059-1DA1-1DC5-662AAFA3875D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7A107BA-8E62-5691-333D-90A283AEFC9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0D260E-3C3A-7160-3010-326D228428E0}"/>
              </a:ext>
            </a:extLst>
          </p:cNvPr>
          <p:cNvGrpSpPr/>
          <p:nvPr/>
        </p:nvGrpSpPr>
        <p:grpSpPr>
          <a:xfrm>
            <a:off x="6356557" y="5149850"/>
            <a:ext cx="400321" cy="400321"/>
            <a:chOff x="6210300" y="1307829"/>
            <a:chExt cx="2654571" cy="2654571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BA78B58-4D02-4FF0-B6C4-E01023CAB52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4BFABEB-0B7F-910C-0B5F-B1271468D71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8B7220-0AB9-9693-E976-974FC29E28E5}"/>
              </a:ext>
            </a:extLst>
          </p:cNvPr>
          <p:cNvGrpSpPr/>
          <p:nvPr/>
        </p:nvGrpSpPr>
        <p:grpSpPr>
          <a:xfrm>
            <a:off x="8687364" y="3225707"/>
            <a:ext cx="400321" cy="400321"/>
            <a:chOff x="6210300" y="1307829"/>
            <a:chExt cx="2654571" cy="2654571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20B254A-4F24-0CEC-0183-3BF56B7D91C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4116445-D66B-299D-4459-1610AC41F74F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BBED60E-8249-C34C-F1BC-1B4670922776}"/>
              </a:ext>
            </a:extLst>
          </p:cNvPr>
          <p:cNvGrpSpPr/>
          <p:nvPr/>
        </p:nvGrpSpPr>
        <p:grpSpPr>
          <a:xfrm>
            <a:off x="3232357" y="3225708"/>
            <a:ext cx="400321" cy="400321"/>
            <a:chOff x="6210300" y="1307829"/>
            <a:chExt cx="2654571" cy="2654571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1DAA9FC-372F-AC87-3183-61CDE4881C25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BD05C07-A8AA-A005-6940-8F979D7BA92D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CC29586-67FE-3E6D-BBEA-198A1E62F17C}"/>
              </a:ext>
            </a:extLst>
          </p:cNvPr>
          <p:cNvGrpSpPr/>
          <p:nvPr/>
        </p:nvGrpSpPr>
        <p:grpSpPr>
          <a:xfrm>
            <a:off x="8443024" y="3821754"/>
            <a:ext cx="2781300" cy="992730"/>
            <a:chOff x="7099300" y="4473849"/>
            <a:chExt cx="2781300" cy="992730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168F12A-9127-D3C8-72B0-AFAC275692DA}"/>
                </a:ext>
              </a:extLst>
            </p:cNvPr>
            <p:cNvSpPr/>
            <p:nvPr/>
          </p:nvSpPr>
          <p:spPr>
            <a:xfrm>
              <a:off x="7099300" y="4749800"/>
              <a:ext cx="2781300" cy="716779"/>
            </a:xfrm>
            <a:prstGeom prst="roundRect">
              <a:avLst>
                <a:gd name="adj" fmla="val 120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開發板的故事</a:t>
              </a:r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83E22FE-4ACA-6177-138F-E64862EB6EA9}"/>
                </a:ext>
              </a:extLst>
            </p:cNvPr>
            <p:cNvSpPr/>
            <p:nvPr/>
          </p:nvSpPr>
          <p:spPr>
            <a:xfrm>
              <a:off x="7356340" y="4473849"/>
              <a:ext cx="368300" cy="40032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6FC8C3DD-18EA-3409-824F-9CC55471E236}"/>
              </a:ext>
            </a:extLst>
          </p:cNvPr>
          <p:cNvGrpSpPr/>
          <p:nvPr/>
        </p:nvGrpSpPr>
        <p:grpSpPr>
          <a:xfrm>
            <a:off x="6301429" y="3225707"/>
            <a:ext cx="400321" cy="400321"/>
            <a:chOff x="6210300" y="1307829"/>
            <a:chExt cx="2654571" cy="2654571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021D6EC0-7E1B-67EF-F620-A025F4872DBE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E8D0590-F3FF-F321-C322-7DF45636AA67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33633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3-1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88042256-4039-226E-306A-D685373B0AE5}"/>
              </a:ext>
            </a:extLst>
          </p:cNvPr>
          <p:cNvGrpSpPr/>
          <p:nvPr/>
        </p:nvGrpSpPr>
        <p:grpSpPr>
          <a:xfrm>
            <a:off x="6356557" y="1269457"/>
            <a:ext cx="400321" cy="400321"/>
            <a:chOff x="6210300" y="1307829"/>
            <a:chExt cx="2654571" cy="2654571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6F7B95-1059-1DA1-1DC5-662AAFA3875D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7A107BA-8E62-5691-333D-90A283AEFC9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0D260E-3C3A-7160-3010-326D228428E0}"/>
              </a:ext>
            </a:extLst>
          </p:cNvPr>
          <p:cNvGrpSpPr/>
          <p:nvPr/>
        </p:nvGrpSpPr>
        <p:grpSpPr>
          <a:xfrm>
            <a:off x="6356557" y="5149850"/>
            <a:ext cx="400321" cy="400321"/>
            <a:chOff x="6210300" y="1307829"/>
            <a:chExt cx="2654571" cy="2654571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BA78B58-4D02-4FF0-B6C4-E01023CAB52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4BFABEB-0B7F-910C-0B5F-B1271468D71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8B7220-0AB9-9693-E976-974FC29E28E5}"/>
              </a:ext>
            </a:extLst>
          </p:cNvPr>
          <p:cNvGrpSpPr/>
          <p:nvPr/>
        </p:nvGrpSpPr>
        <p:grpSpPr>
          <a:xfrm>
            <a:off x="8687364" y="3225707"/>
            <a:ext cx="400321" cy="400321"/>
            <a:chOff x="6210300" y="1307829"/>
            <a:chExt cx="2654571" cy="2654571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20B254A-4F24-0CEC-0183-3BF56B7D91C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4116445-D66B-299D-4459-1610AC41F74F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BBED60E-8249-C34C-F1BC-1B4670922776}"/>
              </a:ext>
            </a:extLst>
          </p:cNvPr>
          <p:cNvGrpSpPr/>
          <p:nvPr/>
        </p:nvGrpSpPr>
        <p:grpSpPr>
          <a:xfrm>
            <a:off x="3232357" y="3225708"/>
            <a:ext cx="400321" cy="400321"/>
            <a:chOff x="6210300" y="1307829"/>
            <a:chExt cx="2654571" cy="2654571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1DAA9FC-372F-AC87-3183-61CDE4881C25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BD05C07-A8AA-A005-6940-8F979D7BA92D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6FC8C3DD-18EA-3409-824F-9CC55471E236}"/>
              </a:ext>
            </a:extLst>
          </p:cNvPr>
          <p:cNvGrpSpPr/>
          <p:nvPr/>
        </p:nvGrpSpPr>
        <p:grpSpPr>
          <a:xfrm>
            <a:off x="6301429" y="3225707"/>
            <a:ext cx="400321" cy="400321"/>
            <a:chOff x="6210300" y="1307829"/>
            <a:chExt cx="2654571" cy="2654571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021D6EC0-7E1B-67EF-F620-A025F4872DBE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7E8D0590-F3FF-F321-C322-7DF45636AA67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168F12A-9127-D3C8-72B0-AFAC275692DA}"/>
              </a:ext>
            </a:extLst>
          </p:cNvPr>
          <p:cNvSpPr/>
          <p:nvPr/>
        </p:nvSpPr>
        <p:spPr>
          <a:xfrm>
            <a:off x="3135584" y="1804909"/>
            <a:ext cx="6331689" cy="3664702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開發板的故事</a:t>
            </a:r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pPr algn="ctr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從很久很久以前</a:t>
            </a:r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endParaRPr lang="en-US" altLang="zh-TW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更久更久以前的故事</a:t>
            </a:r>
            <a:endParaRPr lang="en-US" altLang="zh-TW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開始說起</a:t>
            </a:r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B2FD43F-4F2F-9878-5068-180D6CDD2C72}"/>
              </a:ext>
            </a:extLst>
          </p:cNvPr>
          <p:cNvSpPr/>
          <p:nvPr/>
        </p:nvSpPr>
        <p:spPr>
          <a:xfrm>
            <a:off x="7432540" y="4875162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1130904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4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88042256-4039-226E-306A-D685373B0AE5}"/>
              </a:ext>
            </a:extLst>
          </p:cNvPr>
          <p:cNvGrpSpPr/>
          <p:nvPr/>
        </p:nvGrpSpPr>
        <p:grpSpPr>
          <a:xfrm>
            <a:off x="6356557" y="1269457"/>
            <a:ext cx="400321" cy="400321"/>
            <a:chOff x="6210300" y="1307829"/>
            <a:chExt cx="2654571" cy="2654571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6F7B95-1059-1DA1-1DC5-662AAFA3875D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7A107BA-8E62-5691-333D-90A283AEFC9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0D260E-3C3A-7160-3010-326D228428E0}"/>
              </a:ext>
            </a:extLst>
          </p:cNvPr>
          <p:cNvGrpSpPr/>
          <p:nvPr/>
        </p:nvGrpSpPr>
        <p:grpSpPr>
          <a:xfrm>
            <a:off x="6356557" y="5149850"/>
            <a:ext cx="400321" cy="400321"/>
            <a:chOff x="6210300" y="1307829"/>
            <a:chExt cx="2654571" cy="2654571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BA78B58-4D02-4FF0-B6C4-E01023CAB52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4BFABEB-0B7F-910C-0B5F-B1271468D71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8B7220-0AB9-9693-E976-974FC29E28E5}"/>
              </a:ext>
            </a:extLst>
          </p:cNvPr>
          <p:cNvGrpSpPr/>
          <p:nvPr/>
        </p:nvGrpSpPr>
        <p:grpSpPr>
          <a:xfrm>
            <a:off x="8687364" y="3225707"/>
            <a:ext cx="400321" cy="400321"/>
            <a:chOff x="6210300" y="1307829"/>
            <a:chExt cx="2654571" cy="2654571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20B254A-4F24-0CEC-0183-3BF56B7D91C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4116445-D66B-299D-4459-1610AC41F74F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BBED60E-8249-C34C-F1BC-1B4670922776}"/>
              </a:ext>
            </a:extLst>
          </p:cNvPr>
          <p:cNvGrpSpPr/>
          <p:nvPr/>
        </p:nvGrpSpPr>
        <p:grpSpPr>
          <a:xfrm>
            <a:off x="3232357" y="3225708"/>
            <a:ext cx="400321" cy="400321"/>
            <a:chOff x="6210300" y="1307829"/>
            <a:chExt cx="2654571" cy="2654571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1DAA9FC-372F-AC87-3183-61CDE4881C25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BD05C07-A8AA-A005-6940-8F979D7BA92D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CC29586-67FE-3E6D-BBEA-198A1E62F17C}"/>
              </a:ext>
            </a:extLst>
          </p:cNvPr>
          <p:cNvGrpSpPr/>
          <p:nvPr/>
        </p:nvGrpSpPr>
        <p:grpSpPr>
          <a:xfrm>
            <a:off x="1028570" y="3847154"/>
            <a:ext cx="2781300" cy="992730"/>
            <a:chOff x="7099300" y="4473849"/>
            <a:chExt cx="2781300" cy="992730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168F12A-9127-D3C8-72B0-AFAC275692DA}"/>
                </a:ext>
              </a:extLst>
            </p:cNvPr>
            <p:cNvSpPr/>
            <p:nvPr/>
          </p:nvSpPr>
          <p:spPr>
            <a:xfrm>
              <a:off x="7099300" y="4749800"/>
              <a:ext cx="2781300" cy="716779"/>
            </a:xfrm>
            <a:prstGeom prst="roundRect">
              <a:avLst>
                <a:gd name="adj" fmla="val 120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電源與按鈕</a:t>
              </a:r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83E22FE-4ACA-6177-138F-E64862EB6EA9}"/>
                </a:ext>
              </a:extLst>
            </p:cNvPr>
            <p:cNvSpPr/>
            <p:nvPr/>
          </p:nvSpPr>
          <p:spPr>
            <a:xfrm>
              <a:off x="9324840" y="4473849"/>
              <a:ext cx="368300" cy="40032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B07E9EAB-B8EE-3F01-A66B-56396161FA32}"/>
              </a:ext>
            </a:extLst>
          </p:cNvPr>
          <p:cNvGrpSpPr/>
          <p:nvPr/>
        </p:nvGrpSpPr>
        <p:grpSpPr>
          <a:xfrm>
            <a:off x="6301429" y="3225707"/>
            <a:ext cx="400321" cy="400321"/>
            <a:chOff x="6210300" y="1307829"/>
            <a:chExt cx="2654571" cy="2654571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94B34955-4809-78A7-8836-6B3E0B0BE8F6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4F4B97D9-7DB3-E44F-69A1-E4ACEBA2C8A8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6571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4-1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782"/>
          <a:stretch/>
        </p:blipFill>
        <p:spPr>
          <a:xfrm>
            <a:off x="4760482" y="1542466"/>
            <a:ext cx="2541600" cy="4167126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168F12A-9127-D3C8-72B0-AFAC275692DA}"/>
              </a:ext>
            </a:extLst>
          </p:cNvPr>
          <p:cNvSpPr/>
          <p:nvPr/>
        </p:nvSpPr>
        <p:spPr>
          <a:xfrm>
            <a:off x="2842912" y="1542466"/>
            <a:ext cx="1676270" cy="716779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按鈕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2BC75FC-D127-9CFD-8ABA-8EA6E341F2E0}"/>
              </a:ext>
            </a:extLst>
          </p:cNvPr>
          <p:cNvSpPr/>
          <p:nvPr/>
        </p:nvSpPr>
        <p:spPr>
          <a:xfrm>
            <a:off x="2842912" y="2596416"/>
            <a:ext cx="1676270" cy="716779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USB</a:t>
            </a:r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15F2368-31F0-2F1B-6F38-E9763C83B9D3}"/>
              </a:ext>
            </a:extLst>
          </p:cNvPr>
          <p:cNvSpPr/>
          <p:nvPr/>
        </p:nvSpPr>
        <p:spPr>
          <a:xfrm>
            <a:off x="2842912" y="4742716"/>
            <a:ext cx="1676270" cy="716779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Battery</a:t>
            </a:r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89BEE52-4878-24C5-09AD-BA701FC11D67}"/>
              </a:ext>
            </a:extLst>
          </p:cNvPr>
          <p:cNvSpPr/>
          <p:nvPr/>
        </p:nvSpPr>
        <p:spPr>
          <a:xfrm>
            <a:off x="7650592" y="5252164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54414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5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88042256-4039-226E-306A-D685373B0AE5}"/>
              </a:ext>
            </a:extLst>
          </p:cNvPr>
          <p:cNvGrpSpPr/>
          <p:nvPr/>
        </p:nvGrpSpPr>
        <p:grpSpPr>
          <a:xfrm>
            <a:off x="6356557" y="1269457"/>
            <a:ext cx="400321" cy="400321"/>
            <a:chOff x="6210300" y="1307829"/>
            <a:chExt cx="2654571" cy="2654571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6F7B95-1059-1DA1-1DC5-662AAFA3875D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7A107BA-8E62-5691-333D-90A283AEFC9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0D260E-3C3A-7160-3010-326D228428E0}"/>
              </a:ext>
            </a:extLst>
          </p:cNvPr>
          <p:cNvGrpSpPr/>
          <p:nvPr/>
        </p:nvGrpSpPr>
        <p:grpSpPr>
          <a:xfrm>
            <a:off x="6356557" y="5149850"/>
            <a:ext cx="400321" cy="400321"/>
            <a:chOff x="6210300" y="1307829"/>
            <a:chExt cx="2654571" cy="2654571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BA78B58-4D02-4FF0-B6C4-E01023CAB52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4BFABEB-0B7F-910C-0B5F-B1271468D71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8B7220-0AB9-9693-E976-974FC29E28E5}"/>
              </a:ext>
            </a:extLst>
          </p:cNvPr>
          <p:cNvGrpSpPr/>
          <p:nvPr/>
        </p:nvGrpSpPr>
        <p:grpSpPr>
          <a:xfrm>
            <a:off x="8687364" y="3225707"/>
            <a:ext cx="400321" cy="400321"/>
            <a:chOff x="6210300" y="1307829"/>
            <a:chExt cx="2654571" cy="2654571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20B254A-4F24-0CEC-0183-3BF56B7D91C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4116445-D66B-299D-4459-1610AC41F74F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BBED60E-8249-C34C-F1BC-1B4670922776}"/>
              </a:ext>
            </a:extLst>
          </p:cNvPr>
          <p:cNvGrpSpPr/>
          <p:nvPr/>
        </p:nvGrpSpPr>
        <p:grpSpPr>
          <a:xfrm>
            <a:off x="3232357" y="3225708"/>
            <a:ext cx="400321" cy="400321"/>
            <a:chOff x="6210300" y="1307829"/>
            <a:chExt cx="2654571" cy="2654571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1DAA9FC-372F-AC87-3183-61CDE4881C25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BD05C07-A8AA-A005-6940-8F979D7BA92D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CC29586-67FE-3E6D-BBEA-198A1E62F17C}"/>
              </a:ext>
            </a:extLst>
          </p:cNvPr>
          <p:cNvGrpSpPr/>
          <p:nvPr/>
        </p:nvGrpSpPr>
        <p:grpSpPr>
          <a:xfrm>
            <a:off x="6901392" y="602650"/>
            <a:ext cx="3029271" cy="855347"/>
            <a:chOff x="6851329" y="4749800"/>
            <a:chExt cx="3029271" cy="855347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168F12A-9127-D3C8-72B0-AFAC275692DA}"/>
                </a:ext>
              </a:extLst>
            </p:cNvPr>
            <p:cNvSpPr/>
            <p:nvPr/>
          </p:nvSpPr>
          <p:spPr>
            <a:xfrm>
              <a:off x="7099300" y="4749800"/>
              <a:ext cx="2781300" cy="716779"/>
            </a:xfrm>
            <a:prstGeom prst="roundRect">
              <a:avLst>
                <a:gd name="adj" fmla="val 120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數位接腳的使用</a:t>
              </a:r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83E22FE-4ACA-6177-138F-E64862EB6EA9}"/>
                </a:ext>
              </a:extLst>
            </p:cNvPr>
            <p:cNvSpPr/>
            <p:nvPr/>
          </p:nvSpPr>
          <p:spPr>
            <a:xfrm rot="14134272">
              <a:off x="6867340" y="5220836"/>
              <a:ext cx="368300" cy="40032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75C5B715-55CF-9A3C-9034-8F16EE92BD00}"/>
              </a:ext>
            </a:extLst>
          </p:cNvPr>
          <p:cNvGrpSpPr/>
          <p:nvPr/>
        </p:nvGrpSpPr>
        <p:grpSpPr>
          <a:xfrm>
            <a:off x="6301429" y="3225707"/>
            <a:ext cx="400321" cy="400321"/>
            <a:chOff x="6210300" y="1307829"/>
            <a:chExt cx="2654571" cy="2654571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194EAB6-BD89-F8D8-D99B-1C0953B150A6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A8A707A8-98C7-3CC4-17DA-2D20AE37BDDE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15C96D4-C562-76D2-4550-D8AFC61386E3}"/>
              </a:ext>
            </a:extLst>
          </p:cNvPr>
          <p:cNvSpPr/>
          <p:nvPr/>
        </p:nvSpPr>
        <p:spPr>
          <a:xfrm>
            <a:off x="7650592" y="5252164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2674590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1422" y="491647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5-1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93" b="80925"/>
          <a:stretch/>
        </p:blipFill>
        <p:spPr>
          <a:xfrm>
            <a:off x="2781510" y="3082364"/>
            <a:ext cx="6628979" cy="1298446"/>
          </a:xfrm>
          <a:prstGeom prst="rect">
            <a:avLst/>
          </a:prstGeom>
        </p:spPr>
      </p:pic>
      <p:sp>
        <p:nvSpPr>
          <p:cNvPr id="4" name="箭號: 五邊形 3">
            <a:extLst>
              <a:ext uri="{FF2B5EF4-FFF2-40B4-BE49-F238E27FC236}">
                <a16:creationId xmlns:a16="http://schemas.microsoft.com/office/drawing/2014/main" id="{8CF178D6-F5C9-D881-33D2-24506B3B082E}"/>
              </a:ext>
            </a:extLst>
          </p:cNvPr>
          <p:cNvSpPr/>
          <p:nvPr/>
        </p:nvSpPr>
        <p:spPr>
          <a:xfrm rot="5400000">
            <a:off x="8248992" y="2373404"/>
            <a:ext cx="1071052" cy="183971"/>
          </a:xfrm>
          <a:prstGeom prst="homePlat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箭號: 五邊形 4">
            <a:extLst>
              <a:ext uri="{FF2B5EF4-FFF2-40B4-BE49-F238E27FC236}">
                <a16:creationId xmlns:a16="http://schemas.microsoft.com/office/drawing/2014/main" id="{48427983-CFEA-64B0-CFA0-FB6436EAF607}"/>
              </a:ext>
            </a:extLst>
          </p:cNvPr>
          <p:cNvSpPr/>
          <p:nvPr/>
        </p:nvSpPr>
        <p:spPr>
          <a:xfrm rot="5400000">
            <a:off x="7900876" y="2373404"/>
            <a:ext cx="1071052" cy="183971"/>
          </a:xfrm>
          <a:prstGeom prst="homePlat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五邊形 5">
            <a:extLst>
              <a:ext uri="{FF2B5EF4-FFF2-40B4-BE49-F238E27FC236}">
                <a16:creationId xmlns:a16="http://schemas.microsoft.com/office/drawing/2014/main" id="{3592382D-236F-830D-EDFF-055958BEC140}"/>
              </a:ext>
            </a:extLst>
          </p:cNvPr>
          <p:cNvSpPr/>
          <p:nvPr/>
        </p:nvSpPr>
        <p:spPr>
          <a:xfrm rot="5400000">
            <a:off x="7180174" y="2373405"/>
            <a:ext cx="1071052" cy="183971"/>
          </a:xfrm>
          <a:prstGeom prst="homePlat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五邊形 22">
            <a:extLst>
              <a:ext uri="{FF2B5EF4-FFF2-40B4-BE49-F238E27FC236}">
                <a16:creationId xmlns:a16="http://schemas.microsoft.com/office/drawing/2014/main" id="{02053A07-2A5B-B02F-6627-7726D5441A5C}"/>
              </a:ext>
            </a:extLst>
          </p:cNvPr>
          <p:cNvSpPr/>
          <p:nvPr/>
        </p:nvSpPr>
        <p:spPr>
          <a:xfrm rot="5400000">
            <a:off x="5936450" y="2373405"/>
            <a:ext cx="1071052" cy="183971"/>
          </a:xfrm>
          <a:prstGeom prst="homePlat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五邊形 23">
            <a:extLst>
              <a:ext uri="{FF2B5EF4-FFF2-40B4-BE49-F238E27FC236}">
                <a16:creationId xmlns:a16="http://schemas.microsoft.com/office/drawing/2014/main" id="{6B7EF73C-7D48-0BED-FC55-10A71F5D1C00}"/>
              </a:ext>
            </a:extLst>
          </p:cNvPr>
          <p:cNvSpPr/>
          <p:nvPr/>
        </p:nvSpPr>
        <p:spPr>
          <a:xfrm rot="5400000">
            <a:off x="3147559" y="2373404"/>
            <a:ext cx="1071052" cy="183971"/>
          </a:xfrm>
          <a:prstGeom prst="homePlat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五邊形 27">
            <a:extLst>
              <a:ext uri="{FF2B5EF4-FFF2-40B4-BE49-F238E27FC236}">
                <a16:creationId xmlns:a16="http://schemas.microsoft.com/office/drawing/2014/main" id="{9B58E960-939E-2DC2-F5B2-111300A1873A}"/>
              </a:ext>
            </a:extLst>
          </p:cNvPr>
          <p:cNvSpPr/>
          <p:nvPr/>
        </p:nvSpPr>
        <p:spPr>
          <a:xfrm rot="5400000">
            <a:off x="3481554" y="2373404"/>
            <a:ext cx="1071052" cy="183971"/>
          </a:xfrm>
          <a:prstGeom prst="homePlat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514F462-9B8D-F98A-E9FB-86D89EF5246E}"/>
              </a:ext>
            </a:extLst>
          </p:cNvPr>
          <p:cNvSpPr/>
          <p:nvPr/>
        </p:nvSpPr>
        <p:spPr>
          <a:xfrm>
            <a:off x="7650592" y="5252164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2994604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6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88042256-4039-226E-306A-D685373B0AE5}"/>
              </a:ext>
            </a:extLst>
          </p:cNvPr>
          <p:cNvGrpSpPr/>
          <p:nvPr/>
        </p:nvGrpSpPr>
        <p:grpSpPr>
          <a:xfrm>
            <a:off x="6356557" y="1269457"/>
            <a:ext cx="400321" cy="400321"/>
            <a:chOff x="6210300" y="1307829"/>
            <a:chExt cx="2654571" cy="2654571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6F7B95-1059-1DA1-1DC5-662AAFA3875D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7A107BA-8E62-5691-333D-90A283AEFC9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0D260E-3C3A-7160-3010-326D228428E0}"/>
              </a:ext>
            </a:extLst>
          </p:cNvPr>
          <p:cNvGrpSpPr/>
          <p:nvPr/>
        </p:nvGrpSpPr>
        <p:grpSpPr>
          <a:xfrm>
            <a:off x="6356557" y="5149850"/>
            <a:ext cx="400321" cy="400321"/>
            <a:chOff x="6210300" y="1307829"/>
            <a:chExt cx="2654571" cy="2654571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BA78B58-4D02-4FF0-B6C4-E01023CAB52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4BFABEB-0B7F-910C-0B5F-B1271468D71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8B7220-0AB9-9693-E976-974FC29E28E5}"/>
              </a:ext>
            </a:extLst>
          </p:cNvPr>
          <p:cNvGrpSpPr/>
          <p:nvPr/>
        </p:nvGrpSpPr>
        <p:grpSpPr>
          <a:xfrm>
            <a:off x="8687364" y="3225707"/>
            <a:ext cx="400321" cy="400321"/>
            <a:chOff x="6210300" y="1307829"/>
            <a:chExt cx="2654571" cy="2654571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20B254A-4F24-0CEC-0183-3BF56B7D91C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4116445-D66B-299D-4459-1610AC41F74F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BBED60E-8249-C34C-F1BC-1B4670922776}"/>
              </a:ext>
            </a:extLst>
          </p:cNvPr>
          <p:cNvGrpSpPr/>
          <p:nvPr/>
        </p:nvGrpSpPr>
        <p:grpSpPr>
          <a:xfrm>
            <a:off x="3232357" y="3225708"/>
            <a:ext cx="400321" cy="400321"/>
            <a:chOff x="6210300" y="1307829"/>
            <a:chExt cx="2654571" cy="2654571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1DAA9FC-372F-AC87-3183-61CDE4881C25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BD05C07-A8AA-A005-6940-8F979D7BA92D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CC29586-67FE-3E6D-BBEA-198A1E62F17C}"/>
              </a:ext>
            </a:extLst>
          </p:cNvPr>
          <p:cNvGrpSpPr/>
          <p:nvPr/>
        </p:nvGrpSpPr>
        <p:grpSpPr>
          <a:xfrm>
            <a:off x="6810420" y="5433403"/>
            <a:ext cx="2991940" cy="837801"/>
            <a:chOff x="6888660" y="4628778"/>
            <a:chExt cx="2991940" cy="837801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168F12A-9127-D3C8-72B0-AFAC275692DA}"/>
                </a:ext>
              </a:extLst>
            </p:cNvPr>
            <p:cNvSpPr/>
            <p:nvPr/>
          </p:nvSpPr>
          <p:spPr>
            <a:xfrm>
              <a:off x="7099300" y="4749800"/>
              <a:ext cx="2781300" cy="716779"/>
            </a:xfrm>
            <a:prstGeom prst="roundRect">
              <a:avLst>
                <a:gd name="adj" fmla="val 120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類比接腳的使用</a:t>
              </a:r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83E22FE-4ACA-6177-138F-E64862EB6EA9}"/>
                </a:ext>
              </a:extLst>
            </p:cNvPr>
            <p:cNvSpPr/>
            <p:nvPr/>
          </p:nvSpPr>
          <p:spPr>
            <a:xfrm rot="18421000">
              <a:off x="6904671" y="4612767"/>
              <a:ext cx="368300" cy="40032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64F74441-E916-9C23-BA2A-24389804BC9C}"/>
              </a:ext>
            </a:extLst>
          </p:cNvPr>
          <p:cNvGrpSpPr/>
          <p:nvPr/>
        </p:nvGrpSpPr>
        <p:grpSpPr>
          <a:xfrm>
            <a:off x="6301429" y="3225707"/>
            <a:ext cx="400321" cy="400321"/>
            <a:chOff x="6210300" y="1307829"/>
            <a:chExt cx="2654571" cy="2654571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F04B1D51-760C-355A-41BE-EAF29EDCE222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1801FC68-FE47-D9B0-EC46-FFFD9CBF98A4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1378B59-DFBE-CC9A-F923-0863D93E448C}"/>
              </a:ext>
            </a:extLst>
          </p:cNvPr>
          <p:cNvSpPr/>
          <p:nvPr/>
        </p:nvSpPr>
        <p:spPr>
          <a:xfrm>
            <a:off x="7799890" y="5028722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2871375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6-1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525" t="76724" b="1"/>
          <a:stretch/>
        </p:blipFill>
        <p:spPr>
          <a:xfrm>
            <a:off x="2986600" y="2413000"/>
            <a:ext cx="6089364" cy="1717545"/>
          </a:xfrm>
          <a:prstGeom prst="rect">
            <a:avLst/>
          </a:prstGeom>
        </p:spPr>
      </p:pic>
      <p:sp>
        <p:nvSpPr>
          <p:cNvPr id="7" name="箭號: 五邊形 6">
            <a:extLst>
              <a:ext uri="{FF2B5EF4-FFF2-40B4-BE49-F238E27FC236}">
                <a16:creationId xmlns:a16="http://schemas.microsoft.com/office/drawing/2014/main" id="{00ECB08B-2EA2-999B-403C-B29D3B2EC093}"/>
              </a:ext>
            </a:extLst>
          </p:cNvPr>
          <p:cNvSpPr/>
          <p:nvPr/>
        </p:nvSpPr>
        <p:spPr>
          <a:xfrm rot="16200000">
            <a:off x="5387187" y="4619371"/>
            <a:ext cx="1071052" cy="183971"/>
          </a:xfrm>
          <a:prstGeom prst="homePlate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箭號: 五邊形 7">
            <a:extLst>
              <a:ext uri="{FF2B5EF4-FFF2-40B4-BE49-F238E27FC236}">
                <a16:creationId xmlns:a16="http://schemas.microsoft.com/office/drawing/2014/main" id="{26519AE8-2290-23AD-5B51-912C60869B8A}"/>
              </a:ext>
            </a:extLst>
          </p:cNvPr>
          <p:cNvSpPr/>
          <p:nvPr/>
        </p:nvSpPr>
        <p:spPr>
          <a:xfrm rot="16200000">
            <a:off x="4611398" y="4619371"/>
            <a:ext cx="1071052" cy="183971"/>
          </a:xfrm>
          <a:prstGeom prst="homePlate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箭號: 五邊形 21">
            <a:extLst>
              <a:ext uri="{FF2B5EF4-FFF2-40B4-BE49-F238E27FC236}">
                <a16:creationId xmlns:a16="http://schemas.microsoft.com/office/drawing/2014/main" id="{4DD7B507-397A-8BEA-4EA9-01858E326C11}"/>
              </a:ext>
            </a:extLst>
          </p:cNvPr>
          <p:cNvSpPr/>
          <p:nvPr/>
        </p:nvSpPr>
        <p:spPr>
          <a:xfrm rot="16200000">
            <a:off x="4243026" y="4619371"/>
            <a:ext cx="1071052" cy="183971"/>
          </a:xfrm>
          <a:prstGeom prst="homePlate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五邊形 22">
            <a:extLst>
              <a:ext uri="{FF2B5EF4-FFF2-40B4-BE49-F238E27FC236}">
                <a16:creationId xmlns:a16="http://schemas.microsoft.com/office/drawing/2014/main" id="{AE2FF84D-4B75-5983-C010-BC51007351C4}"/>
              </a:ext>
            </a:extLst>
          </p:cNvPr>
          <p:cNvSpPr/>
          <p:nvPr/>
        </p:nvSpPr>
        <p:spPr>
          <a:xfrm rot="16200000">
            <a:off x="3919440" y="4619371"/>
            <a:ext cx="1071052" cy="183971"/>
          </a:xfrm>
          <a:prstGeom prst="homePlate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五邊形 23">
            <a:extLst>
              <a:ext uri="{FF2B5EF4-FFF2-40B4-BE49-F238E27FC236}">
                <a16:creationId xmlns:a16="http://schemas.microsoft.com/office/drawing/2014/main" id="{EB0D011F-5288-CF75-8893-BD7172462C77}"/>
              </a:ext>
            </a:extLst>
          </p:cNvPr>
          <p:cNvSpPr/>
          <p:nvPr/>
        </p:nvSpPr>
        <p:spPr>
          <a:xfrm rot="16200000">
            <a:off x="3272266" y="4619371"/>
            <a:ext cx="1071052" cy="183971"/>
          </a:xfrm>
          <a:prstGeom prst="homePlat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箭號: 五邊形 27">
            <a:extLst>
              <a:ext uri="{FF2B5EF4-FFF2-40B4-BE49-F238E27FC236}">
                <a16:creationId xmlns:a16="http://schemas.microsoft.com/office/drawing/2014/main" id="{EDDD992D-9881-1030-E7ED-9F62874BFCAD}"/>
              </a:ext>
            </a:extLst>
          </p:cNvPr>
          <p:cNvSpPr/>
          <p:nvPr/>
        </p:nvSpPr>
        <p:spPr>
          <a:xfrm rot="16200000">
            <a:off x="3595853" y="4619371"/>
            <a:ext cx="1071052" cy="183971"/>
          </a:xfrm>
          <a:prstGeom prst="homePlate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箭號: 五邊形 28">
            <a:extLst>
              <a:ext uri="{FF2B5EF4-FFF2-40B4-BE49-F238E27FC236}">
                <a16:creationId xmlns:a16="http://schemas.microsoft.com/office/drawing/2014/main" id="{0EA8A4F3-22D6-FE8C-7A3B-80C967434DD0}"/>
              </a:ext>
            </a:extLst>
          </p:cNvPr>
          <p:cNvSpPr/>
          <p:nvPr/>
        </p:nvSpPr>
        <p:spPr>
          <a:xfrm rot="16200000">
            <a:off x="6070990" y="4619371"/>
            <a:ext cx="1071052" cy="18397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箭號: 五邊形 29">
            <a:extLst>
              <a:ext uri="{FF2B5EF4-FFF2-40B4-BE49-F238E27FC236}">
                <a16:creationId xmlns:a16="http://schemas.microsoft.com/office/drawing/2014/main" id="{F88159CD-16B7-3BC2-48C2-38F82ED3F163}"/>
              </a:ext>
            </a:extLst>
          </p:cNvPr>
          <p:cNvSpPr/>
          <p:nvPr/>
        </p:nvSpPr>
        <p:spPr>
          <a:xfrm rot="16200000">
            <a:off x="6427400" y="4619371"/>
            <a:ext cx="1071052" cy="18397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五邊形 30">
            <a:extLst>
              <a:ext uri="{FF2B5EF4-FFF2-40B4-BE49-F238E27FC236}">
                <a16:creationId xmlns:a16="http://schemas.microsoft.com/office/drawing/2014/main" id="{763F262F-2782-8782-3AAA-13712844FF56}"/>
              </a:ext>
            </a:extLst>
          </p:cNvPr>
          <p:cNvSpPr/>
          <p:nvPr/>
        </p:nvSpPr>
        <p:spPr>
          <a:xfrm rot="16200000">
            <a:off x="6754793" y="4619371"/>
            <a:ext cx="1071052" cy="18397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箭號: 五邊形 31">
            <a:extLst>
              <a:ext uri="{FF2B5EF4-FFF2-40B4-BE49-F238E27FC236}">
                <a16:creationId xmlns:a16="http://schemas.microsoft.com/office/drawing/2014/main" id="{44076932-B440-7E5C-637B-9A029F109219}"/>
              </a:ext>
            </a:extLst>
          </p:cNvPr>
          <p:cNvSpPr/>
          <p:nvPr/>
        </p:nvSpPr>
        <p:spPr>
          <a:xfrm rot="16200000">
            <a:off x="7109524" y="4619372"/>
            <a:ext cx="1071052" cy="18397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箭號: 五邊形 32">
            <a:extLst>
              <a:ext uri="{FF2B5EF4-FFF2-40B4-BE49-F238E27FC236}">
                <a16:creationId xmlns:a16="http://schemas.microsoft.com/office/drawing/2014/main" id="{28371DDA-1416-B8DF-E06F-DC52B7192090}"/>
              </a:ext>
            </a:extLst>
          </p:cNvPr>
          <p:cNvSpPr/>
          <p:nvPr/>
        </p:nvSpPr>
        <p:spPr>
          <a:xfrm rot="16200000">
            <a:off x="7458160" y="4619371"/>
            <a:ext cx="1071052" cy="18397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箭號: 五邊形 33">
            <a:extLst>
              <a:ext uri="{FF2B5EF4-FFF2-40B4-BE49-F238E27FC236}">
                <a16:creationId xmlns:a16="http://schemas.microsoft.com/office/drawing/2014/main" id="{4755A5A8-C20A-BBA4-69BA-DE8012732256}"/>
              </a:ext>
            </a:extLst>
          </p:cNvPr>
          <p:cNvSpPr/>
          <p:nvPr/>
        </p:nvSpPr>
        <p:spPr>
          <a:xfrm rot="16200000">
            <a:off x="7843677" y="4619371"/>
            <a:ext cx="1071052" cy="18397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4457EA8-4192-7C94-79D9-40D5462DFC38}"/>
              </a:ext>
            </a:extLst>
          </p:cNvPr>
          <p:cNvSpPr/>
          <p:nvPr/>
        </p:nvSpPr>
        <p:spPr>
          <a:xfrm>
            <a:off x="7650592" y="5340300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420551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7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88042256-4039-226E-306A-D685373B0AE5}"/>
              </a:ext>
            </a:extLst>
          </p:cNvPr>
          <p:cNvGrpSpPr/>
          <p:nvPr/>
        </p:nvGrpSpPr>
        <p:grpSpPr>
          <a:xfrm>
            <a:off x="6356557" y="1269457"/>
            <a:ext cx="400321" cy="400321"/>
            <a:chOff x="6210300" y="1307829"/>
            <a:chExt cx="2654571" cy="2654571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A16F7B95-1059-1DA1-1DC5-662AAFA3875D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7A107BA-8E62-5691-333D-90A283AEFC9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D50D260E-3C3A-7160-3010-326D228428E0}"/>
              </a:ext>
            </a:extLst>
          </p:cNvPr>
          <p:cNvGrpSpPr/>
          <p:nvPr/>
        </p:nvGrpSpPr>
        <p:grpSpPr>
          <a:xfrm>
            <a:off x="6356557" y="5149850"/>
            <a:ext cx="400321" cy="400321"/>
            <a:chOff x="6210300" y="1307829"/>
            <a:chExt cx="2654571" cy="2654571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BA78B58-4D02-4FF0-B6C4-E01023CAB52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C4BFABEB-0B7F-910C-0B5F-B1271468D71C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E8B7220-0AB9-9693-E976-974FC29E28E5}"/>
              </a:ext>
            </a:extLst>
          </p:cNvPr>
          <p:cNvGrpSpPr/>
          <p:nvPr/>
        </p:nvGrpSpPr>
        <p:grpSpPr>
          <a:xfrm>
            <a:off x="8687364" y="3225707"/>
            <a:ext cx="400321" cy="400321"/>
            <a:chOff x="6210300" y="1307829"/>
            <a:chExt cx="2654571" cy="2654571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A20B254A-4F24-0CEC-0183-3BF56B7D91C0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24116445-D66B-299D-4459-1610AC41F74F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3BBED60E-8249-C34C-F1BC-1B4670922776}"/>
              </a:ext>
            </a:extLst>
          </p:cNvPr>
          <p:cNvGrpSpPr/>
          <p:nvPr/>
        </p:nvGrpSpPr>
        <p:grpSpPr>
          <a:xfrm>
            <a:off x="3232357" y="3225708"/>
            <a:ext cx="400321" cy="400321"/>
            <a:chOff x="6210300" y="1307829"/>
            <a:chExt cx="2654571" cy="2654571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B1DAA9FC-372F-AC87-3183-61CDE4881C25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BD05C07-A8AA-A005-6940-8F979D7BA92D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4CC29586-67FE-3E6D-BBEA-198A1E62F17C}"/>
              </a:ext>
            </a:extLst>
          </p:cNvPr>
          <p:cNvGrpSpPr/>
          <p:nvPr/>
        </p:nvGrpSpPr>
        <p:grpSpPr>
          <a:xfrm>
            <a:off x="6242364" y="3752979"/>
            <a:ext cx="2781300" cy="1032874"/>
            <a:chOff x="7099300" y="4433705"/>
            <a:chExt cx="2781300" cy="1032874"/>
          </a:xfrm>
        </p:grpSpPr>
        <p:sp>
          <p:nvSpPr>
            <p:cNvPr id="26" name="矩形: 圓角 25">
              <a:extLst>
                <a:ext uri="{FF2B5EF4-FFF2-40B4-BE49-F238E27FC236}">
                  <a16:creationId xmlns:a16="http://schemas.microsoft.com/office/drawing/2014/main" id="{C168F12A-9127-D3C8-72B0-AFAC275692DA}"/>
                </a:ext>
              </a:extLst>
            </p:cNvPr>
            <p:cNvSpPr/>
            <p:nvPr/>
          </p:nvSpPr>
          <p:spPr>
            <a:xfrm>
              <a:off x="7099300" y="4749800"/>
              <a:ext cx="2781300" cy="716779"/>
            </a:xfrm>
            <a:prstGeom prst="roundRect">
              <a:avLst>
                <a:gd name="adj" fmla="val 1208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案例操作說明</a:t>
              </a:r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83E22FE-4ACA-6177-138F-E64862EB6EA9}"/>
                </a:ext>
              </a:extLst>
            </p:cNvPr>
            <p:cNvSpPr/>
            <p:nvPr/>
          </p:nvSpPr>
          <p:spPr>
            <a:xfrm>
              <a:off x="7168499" y="4433705"/>
              <a:ext cx="368300" cy="40032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64F74441-E916-9C23-BA2A-24389804BC9C}"/>
              </a:ext>
            </a:extLst>
          </p:cNvPr>
          <p:cNvGrpSpPr/>
          <p:nvPr/>
        </p:nvGrpSpPr>
        <p:grpSpPr>
          <a:xfrm>
            <a:off x="6301429" y="3225707"/>
            <a:ext cx="400321" cy="400321"/>
            <a:chOff x="6210300" y="1307829"/>
            <a:chExt cx="2654571" cy="2654571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F04B1D51-760C-355A-41BE-EAF29EDCE222}"/>
                </a:ext>
              </a:extLst>
            </p:cNvPr>
            <p:cNvSpPr/>
            <p:nvPr/>
          </p:nvSpPr>
          <p:spPr>
            <a:xfrm>
              <a:off x="6210300" y="1307829"/>
              <a:ext cx="2654571" cy="2654571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1801FC68-FE47-D9B0-EC46-FFFD9CBF98A4}"/>
                </a:ext>
              </a:extLst>
            </p:cNvPr>
            <p:cNvSpPr/>
            <p:nvPr/>
          </p:nvSpPr>
          <p:spPr>
            <a:xfrm>
              <a:off x="6634830" y="1732359"/>
              <a:ext cx="1805511" cy="1805511"/>
            </a:xfrm>
            <a:prstGeom prst="ellipse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129CFD2-39D2-8FFF-C885-0EAD9FDACC29}"/>
              </a:ext>
            </a:extLst>
          </p:cNvPr>
          <p:cNvSpPr/>
          <p:nvPr/>
        </p:nvSpPr>
        <p:spPr>
          <a:xfrm>
            <a:off x="7650592" y="5252164"/>
            <a:ext cx="1774947" cy="457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返回上一頁</a:t>
            </a:r>
          </a:p>
        </p:txBody>
      </p:sp>
    </p:spTree>
    <p:extLst>
      <p:ext uri="{BB962C8B-B14F-4D97-AF65-F5344CB8AC3E}">
        <p14:creationId xmlns:p14="http://schemas.microsoft.com/office/powerpoint/2010/main" val="379693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A9FA38E7-BFFE-2CC0-3017-088B5913812C}"/>
              </a:ext>
            </a:extLst>
          </p:cNvPr>
          <p:cNvSpPr/>
          <p:nvPr/>
        </p:nvSpPr>
        <p:spPr>
          <a:xfrm>
            <a:off x="513567" y="488516"/>
            <a:ext cx="11035430" cy="5874706"/>
          </a:xfrm>
          <a:prstGeom prst="roundRect">
            <a:avLst>
              <a:gd name="adj" fmla="val 2665"/>
            </a:avLst>
          </a:prstGeom>
          <a:solidFill>
            <a:schemeClr val="accent4">
              <a:lumMod val="40000"/>
              <a:lumOff val="60000"/>
              <a:alpha val="48000"/>
            </a:schemeClr>
          </a:solidFill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65BE3CC-6BA0-FCDB-C833-F598EB46E41C}"/>
              </a:ext>
            </a:extLst>
          </p:cNvPr>
          <p:cNvSpPr txBox="1"/>
          <p:nvPr/>
        </p:nvSpPr>
        <p:spPr>
          <a:xfrm>
            <a:off x="513567" y="661498"/>
            <a:ext cx="206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Take 7-1</a:t>
            </a:r>
            <a:endParaRPr lang="zh-TW" altLang="en-US" sz="36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AC1E783-8662-9C2E-F5E0-4C09CA1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061" y="1889254"/>
            <a:ext cx="4345920" cy="3079492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168F12A-9127-D3C8-72B0-AFAC275692DA}"/>
              </a:ext>
            </a:extLst>
          </p:cNvPr>
          <p:cNvSpPr/>
          <p:nvPr/>
        </p:nvSpPr>
        <p:spPr>
          <a:xfrm>
            <a:off x="2143282" y="1659377"/>
            <a:ext cx="7905436" cy="4467103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FDF549-CAAF-172C-0BC9-A733C72EFB89}"/>
              </a:ext>
            </a:extLst>
          </p:cNvPr>
          <p:cNvSpPr/>
          <p:nvPr/>
        </p:nvSpPr>
        <p:spPr>
          <a:xfrm>
            <a:off x="2334085" y="1805426"/>
            <a:ext cx="2327118" cy="4139206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F76E539-C722-3C02-B6A2-EF5A73255ADF}"/>
              </a:ext>
            </a:extLst>
          </p:cNvPr>
          <p:cNvSpPr/>
          <p:nvPr/>
        </p:nvSpPr>
        <p:spPr>
          <a:xfrm>
            <a:off x="4936182" y="1805425"/>
            <a:ext cx="2327118" cy="4139206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F70F86F-7282-9373-47F8-F56D32243B30}"/>
              </a:ext>
            </a:extLst>
          </p:cNvPr>
          <p:cNvSpPr/>
          <p:nvPr/>
        </p:nvSpPr>
        <p:spPr>
          <a:xfrm>
            <a:off x="7538280" y="1805425"/>
            <a:ext cx="2327118" cy="4139206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A989A7D5-CC28-EB92-928C-4A5E9453E9E2}"/>
              </a:ext>
            </a:extLst>
          </p:cNvPr>
          <p:cNvGrpSpPr/>
          <p:nvPr/>
        </p:nvGrpSpPr>
        <p:grpSpPr>
          <a:xfrm>
            <a:off x="9456735" y="3861001"/>
            <a:ext cx="1402087" cy="707155"/>
            <a:chOff x="7099300" y="4537082"/>
            <a:chExt cx="1402087" cy="707155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72480C14-1DBD-488D-97CD-0176FF1CC226}"/>
                </a:ext>
              </a:extLst>
            </p:cNvPr>
            <p:cNvSpPr/>
            <p:nvPr/>
          </p:nvSpPr>
          <p:spPr>
            <a:xfrm>
              <a:off x="7099300" y="4749800"/>
              <a:ext cx="1402087" cy="494437"/>
            </a:xfrm>
            <a:prstGeom prst="roundRect">
              <a:avLst>
                <a:gd name="adj" fmla="val 1208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8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下一頁</a:t>
              </a:r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F92557E5-5AA5-514D-1869-82E7CD9D4AB8}"/>
                </a:ext>
              </a:extLst>
            </p:cNvPr>
            <p:cNvSpPr/>
            <p:nvPr/>
          </p:nvSpPr>
          <p:spPr>
            <a:xfrm>
              <a:off x="7220438" y="4537082"/>
              <a:ext cx="266088" cy="2793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48C5F8D8-1532-53BD-DA13-66F07335AABD}"/>
              </a:ext>
            </a:extLst>
          </p:cNvPr>
          <p:cNvSpPr/>
          <p:nvPr/>
        </p:nvSpPr>
        <p:spPr>
          <a:xfrm>
            <a:off x="2425745" y="1991864"/>
            <a:ext cx="2060530" cy="1560961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3290A895-2E5E-9DFA-52FA-037793A350D4}"/>
              </a:ext>
            </a:extLst>
          </p:cNvPr>
          <p:cNvSpPr/>
          <p:nvPr/>
        </p:nvSpPr>
        <p:spPr>
          <a:xfrm>
            <a:off x="5065735" y="1991864"/>
            <a:ext cx="2060530" cy="1560961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643BBF3E-B869-4751-499C-BE7E1929AFAD}"/>
              </a:ext>
            </a:extLst>
          </p:cNvPr>
          <p:cNvSpPr/>
          <p:nvPr/>
        </p:nvSpPr>
        <p:spPr>
          <a:xfrm>
            <a:off x="7671574" y="1988755"/>
            <a:ext cx="2060530" cy="1560961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DHT11入門+結合1602 LCD，Arduino簡易溫濕度計">
            <a:extLst>
              <a:ext uri="{FF2B5EF4-FFF2-40B4-BE49-F238E27FC236}">
                <a16:creationId xmlns:a16="http://schemas.microsoft.com/office/drawing/2014/main" id="{FD708625-A33A-2F27-1DB1-DEB275F75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6" t="7587" r="15895" b="4905"/>
          <a:stretch/>
        </p:blipFill>
        <p:spPr bwMode="auto">
          <a:xfrm>
            <a:off x="5189067" y="2283734"/>
            <a:ext cx="1809147" cy="99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HT11入門+結合1602 LCD，Arduino簡易溫濕度計">
            <a:extLst>
              <a:ext uri="{FF2B5EF4-FFF2-40B4-BE49-F238E27FC236}">
                <a16:creationId xmlns:a16="http://schemas.microsoft.com/office/drawing/2014/main" id="{6C2394A2-3466-0149-611F-5E392252F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378" y="2093693"/>
            <a:ext cx="1700739" cy="135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1ABED1F5-FBA6-5802-50E7-70FA0EA00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0853" y="2218634"/>
            <a:ext cx="1593878" cy="1129413"/>
          </a:xfrm>
          <a:prstGeom prst="rect">
            <a:avLst/>
          </a:prstGeom>
        </p:spPr>
      </p:pic>
      <p:grpSp>
        <p:nvGrpSpPr>
          <p:cNvPr id="35" name="群組 34">
            <a:extLst>
              <a:ext uri="{FF2B5EF4-FFF2-40B4-BE49-F238E27FC236}">
                <a16:creationId xmlns:a16="http://schemas.microsoft.com/office/drawing/2014/main" id="{BBB04CF3-E461-5083-74D3-FF774CFD5F20}"/>
              </a:ext>
            </a:extLst>
          </p:cNvPr>
          <p:cNvGrpSpPr/>
          <p:nvPr/>
        </p:nvGrpSpPr>
        <p:grpSpPr>
          <a:xfrm>
            <a:off x="9491520" y="3282948"/>
            <a:ext cx="494437" cy="494437"/>
            <a:chOff x="9491520" y="3282948"/>
            <a:chExt cx="494437" cy="494437"/>
          </a:xfrm>
        </p:grpSpPr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DF586731-383A-F9B1-A3F7-DD9E505C65D7}"/>
                </a:ext>
              </a:extLst>
            </p:cNvPr>
            <p:cNvSpPr/>
            <p:nvPr/>
          </p:nvSpPr>
          <p:spPr>
            <a:xfrm>
              <a:off x="9491520" y="3282948"/>
              <a:ext cx="494437" cy="49443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等腰三角形 23">
              <a:extLst>
                <a:ext uri="{FF2B5EF4-FFF2-40B4-BE49-F238E27FC236}">
                  <a16:creationId xmlns:a16="http://schemas.microsoft.com/office/drawing/2014/main" id="{61B04C87-0835-695B-1545-9DACABFBC4C9}"/>
                </a:ext>
              </a:extLst>
            </p:cNvPr>
            <p:cNvSpPr/>
            <p:nvPr/>
          </p:nvSpPr>
          <p:spPr>
            <a:xfrm rot="5400000">
              <a:off x="9631965" y="3411978"/>
              <a:ext cx="274198" cy="236377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C590CD23-1FEA-6D66-8DA3-813F93BFC47F}"/>
              </a:ext>
            </a:extLst>
          </p:cNvPr>
          <p:cNvSpPr txBox="1"/>
          <p:nvPr/>
        </p:nvSpPr>
        <p:spPr>
          <a:xfrm>
            <a:off x="2570544" y="3659072"/>
            <a:ext cx="185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第一課 基礎使用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課堂材料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Uno * 1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0CB008B-A97A-34EF-3211-44F8D2C47DCF}"/>
              </a:ext>
            </a:extLst>
          </p:cNvPr>
          <p:cNvSpPr txBox="1"/>
          <p:nvPr/>
        </p:nvSpPr>
        <p:spPr>
          <a:xfrm>
            <a:off x="5144014" y="3644826"/>
            <a:ext cx="1854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第二課 溫溼度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課堂材料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Uno * 1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DHT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 * 1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杜邦線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 3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C5073BE-DF8E-8ADC-396C-23B62BFE925B}"/>
              </a:ext>
            </a:extLst>
          </p:cNvPr>
          <p:cNvSpPr txBox="1"/>
          <p:nvPr/>
        </p:nvSpPr>
        <p:spPr>
          <a:xfrm>
            <a:off x="7771674" y="3654654"/>
            <a:ext cx="1854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第二課 溫溼度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課堂材料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Uno * 1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DHT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 * 1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I2C LCD *2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杜邦線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 7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D076042D-F683-8B85-CE43-0D1EE8EA9D07}"/>
              </a:ext>
            </a:extLst>
          </p:cNvPr>
          <p:cNvSpPr/>
          <p:nvPr/>
        </p:nvSpPr>
        <p:spPr>
          <a:xfrm>
            <a:off x="2793633" y="5474509"/>
            <a:ext cx="1396226" cy="381675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示範影片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D68BFA9B-A488-4030-2978-B8EFD4B0D7E2}"/>
              </a:ext>
            </a:extLst>
          </p:cNvPr>
          <p:cNvSpPr/>
          <p:nvPr/>
        </p:nvSpPr>
        <p:spPr>
          <a:xfrm>
            <a:off x="5405881" y="5480650"/>
            <a:ext cx="1396226" cy="381675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示範影片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16EE9307-1447-206D-D5AD-749A699C2BC7}"/>
              </a:ext>
            </a:extLst>
          </p:cNvPr>
          <p:cNvSpPr/>
          <p:nvPr/>
        </p:nvSpPr>
        <p:spPr>
          <a:xfrm>
            <a:off x="8015634" y="5480651"/>
            <a:ext cx="1396226" cy="381675"/>
          </a:xfrm>
          <a:prstGeom prst="roundRect">
            <a:avLst>
              <a:gd name="adj" fmla="val 1208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示範影片</a:t>
            </a:r>
          </a:p>
        </p:txBody>
      </p:sp>
    </p:spTree>
    <p:extLst>
      <p:ext uri="{BB962C8B-B14F-4D97-AF65-F5344CB8AC3E}">
        <p14:creationId xmlns:p14="http://schemas.microsoft.com/office/powerpoint/2010/main" val="4070480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形 4">
            <a:extLst>
              <a:ext uri="{FF2B5EF4-FFF2-40B4-BE49-F238E27FC236}">
                <a16:creationId xmlns:a16="http://schemas.microsoft.com/office/drawing/2014/main" id="{7ABFA760-2B50-7685-B00F-4C3666981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148667"/>
            <a:ext cx="12192000" cy="270933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A6DBFAC-1A25-5F9E-028D-5C4380039C57}"/>
              </a:ext>
            </a:extLst>
          </p:cNvPr>
          <p:cNvSpPr txBox="1"/>
          <p:nvPr/>
        </p:nvSpPr>
        <p:spPr>
          <a:xfrm>
            <a:off x="2345498" y="2688838"/>
            <a:ext cx="7501003" cy="1429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66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Thanks!!</a:t>
            </a:r>
            <a:endParaRPr lang="zh-TW" altLang="en-US" sz="6600" b="1" dirty="0">
              <a:solidFill>
                <a:schemeClr val="accent4">
                  <a:lumMod val="40000"/>
                  <a:lumOff val="60000"/>
                </a:schemeClr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477BFE8-F2A2-09B5-3933-B28A0D32001F}"/>
              </a:ext>
            </a:extLst>
          </p:cNvPr>
          <p:cNvSpPr txBox="1"/>
          <p:nvPr/>
        </p:nvSpPr>
        <p:spPr>
          <a:xfrm>
            <a:off x="10290956" y="6457890"/>
            <a:ext cx="2066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Edit. </a:t>
            </a:r>
            <a:r>
              <a:rPr lang="zh-TW" altLang="en-US" sz="2000" b="1" dirty="0">
                <a:solidFill>
                  <a:schemeClr val="accent4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張育丞</a:t>
            </a:r>
          </a:p>
        </p:txBody>
      </p:sp>
    </p:spTree>
    <p:extLst>
      <p:ext uri="{BB962C8B-B14F-4D97-AF65-F5344CB8AC3E}">
        <p14:creationId xmlns:p14="http://schemas.microsoft.com/office/powerpoint/2010/main" val="4180994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184</Words>
  <Application>Microsoft Office PowerPoint</Application>
  <PresentationFormat>寬螢幕</PresentationFormat>
  <Paragraphs>68</Paragraphs>
  <Slides>14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Yu-Cheng, Chang</dc:creator>
  <cp:lastModifiedBy>Yu-Cheng, Chang</cp:lastModifiedBy>
  <cp:revision>4</cp:revision>
  <dcterms:created xsi:type="dcterms:W3CDTF">2023-11-13T15:43:41Z</dcterms:created>
  <dcterms:modified xsi:type="dcterms:W3CDTF">2023-11-27T10:39:42Z</dcterms:modified>
</cp:coreProperties>
</file>